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9" r:id="rId5"/>
    <p:sldId id="257" r:id="rId6"/>
  </p:sldIdLst>
  <p:sldSz cx="9144000" cy="6858000" type="letter"/>
  <p:notesSz cx="10058400" cy="777240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Light" panose="02000000000000000000" pitchFamily="2" charset="0"/>
      <p:regular r:id="rId11"/>
      <p:italic r:id="rId12"/>
    </p:embeddedFont>
    <p:embeddedFont>
      <p:font typeface="Roboto Medium" panose="02000000000000000000" pitchFamily="2" charset="0"/>
      <p:regular r:id="rId13"/>
      <p:italic r:id="rId14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Instructions" id="{E0A19CB3-6A8D-EE4F-9201-A69C278E8254}">
          <p14:sldIdLst>
            <p14:sldId id="259"/>
          </p14:sldIdLst>
        </p14:section>
        <p14:section name="Certificate" id="{4475A31C-A77D-E442-BD95-7CABD5F27A1C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41" userDrawn="1">
          <p15:clr>
            <a:srgbClr val="A4A3A4"/>
          </p15:clr>
        </p15:guide>
        <p15:guide id="2" pos="19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0C8E0-8E16-5E42-AFE4-E184D66BEA65}" v="1" dt="2024-11-05T23:38:54.4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94"/>
  </p:normalViewPr>
  <p:slideViewPr>
    <p:cSldViewPr snapToGrid="0">
      <p:cViewPr varScale="1">
        <p:scale>
          <a:sx n="129" d="100"/>
          <a:sy n="129" d="100"/>
        </p:scale>
        <p:origin x="1704" y="200"/>
      </p:cViewPr>
      <p:guideLst>
        <p:guide orient="horz" pos="2541"/>
        <p:guide pos="19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ty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E7648F-3F1A-3614-D073-6C29B8D75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063" y="127411"/>
            <a:ext cx="8909873" cy="6603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4B55AE-1F2C-365A-5736-380D006154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85" y="0"/>
            <a:ext cx="1397000" cy="2857500"/>
          </a:xfrm>
          <a:prstGeom prst="rect">
            <a:avLst/>
          </a:prstGeom>
        </p:spPr>
      </p:pic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EA89B275-91B9-6528-1B64-A33CECDD6D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52863" y="2975693"/>
            <a:ext cx="5857679" cy="47064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3059" b="1">
                <a:solidFill>
                  <a:schemeClr val="accent1">
                    <a:lumMod val="75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MX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E8B3C308-85F0-8E67-4867-3BA9619E4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52863" y="3822978"/>
            <a:ext cx="3630325" cy="235324"/>
          </a:xfrm>
          <a:prstGeom prst="rect">
            <a:avLst/>
          </a:prstGeom>
        </p:spPr>
        <p:txBody>
          <a:bodyPr lIns="0" tIns="0" rIns="0" bIns="0"/>
          <a:lstStyle>
            <a:lvl1pPr>
              <a:defRPr sz="1530" b="1">
                <a:solidFill>
                  <a:schemeClr val="accent3">
                    <a:lumMod val="75000"/>
                  </a:schemeClr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US" dirty="0"/>
              <a:t>Month 0000</a:t>
            </a:r>
            <a:endParaRPr lang="en-MX" dirty="0"/>
          </a:p>
        </p:txBody>
      </p:sp>
      <p:sp>
        <p:nvSpPr>
          <p:cNvPr id="37" name="object 31">
            <a:extLst>
              <a:ext uri="{FF2B5EF4-FFF2-40B4-BE49-F238E27FC236}">
                <a16:creationId xmlns:a16="http://schemas.microsoft.com/office/drawing/2014/main" id="{5EA68790-C5FD-279A-7702-B11E86FFC8D3}"/>
              </a:ext>
            </a:extLst>
          </p:cNvPr>
          <p:cNvSpPr/>
          <p:nvPr userDrawn="1"/>
        </p:nvSpPr>
        <p:spPr>
          <a:xfrm>
            <a:off x="5597542" y="5649947"/>
            <a:ext cx="2631594" cy="0"/>
          </a:xfrm>
          <a:custGeom>
            <a:avLst/>
            <a:gdLst/>
            <a:ahLst/>
            <a:cxnLst/>
            <a:rect l="l" t="t" r="r" b="b"/>
            <a:pathLst>
              <a:path w="2672079">
                <a:moveTo>
                  <a:pt x="0" y="0"/>
                </a:moveTo>
                <a:lnTo>
                  <a:pt x="267161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1">
            <a:extLst>
              <a:ext uri="{FF2B5EF4-FFF2-40B4-BE49-F238E27FC236}">
                <a16:creationId xmlns:a16="http://schemas.microsoft.com/office/drawing/2014/main" id="{494EAB7B-2A2A-114B-396C-8E8B4B115405}"/>
              </a:ext>
            </a:extLst>
          </p:cNvPr>
          <p:cNvSpPr/>
          <p:nvPr userDrawn="1"/>
        </p:nvSpPr>
        <p:spPr>
          <a:xfrm>
            <a:off x="2452863" y="5649947"/>
            <a:ext cx="2631594" cy="0"/>
          </a:xfrm>
          <a:custGeom>
            <a:avLst/>
            <a:gdLst/>
            <a:ahLst/>
            <a:cxnLst/>
            <a:rect l="l" t="t" r="r" b="b"/>
            <a:pathLst>
              <a:path w="2672079">
                <a:moveTo>
                  <a:pt x="0" y="0"/>
                </a:moveTo>
                <a:lnTo>
                  <a:pt x="267161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479B8543-1E07-1A4A-9B73-CBAEAB26C2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2863" y="5676570"/>
            <a:ext cx="2646306" cy="172219"/>
          </a:xfrm>
          <a:prstGeom prst="rect">
            <a:avLst/>
          </a:prstGeom>
        </p:spPr>
        <p:txBody>
          <a:bodyPr/>
          <a:lstStyle>
            <a:lvl1pPr>
              <a:defRPr sz="1195" b="0" i="0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MX" dirty="0"/>
              <a:t>Name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75D06E03-F995-D47F-A6D3-D854128331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2863" y="5885869"/>
            <a:ext cx="2646306" cy="172219"/>
          </a:xfrm>
          <a:prstGeom prst="rect">
            <a:avLst/>
          </a:prstGeom>
        </p:spPr>
        <p:txBody>
          <a:bodyPr/>
          <a:lstStyle>
            <a:lvl1pPr>
              <a:defRPr sz="1004" b="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MX" dirty="0"/>
              <a:t>Title</a:t>
            </a:r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4EDB9674-E7D2-C216-50B4-C1F7E0A833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7542" y="5676570"/>
            <a:ext cx="2646306" cy="172219"/>
          </a:xfrm>
          <a:prstGeom prst="rect">
            <a:avLst/>
          </a:prstGeom>
        </p:spPr>
        <p:txBody>
          <a:bodyPr/>
          <a:lstStyle>
            <a:lvl1pPr>
              <a:defRPr sz="1195" b="0" i="0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MX" dirty="0"/>
              <a:t>Name</a:t>
            </a:r>
          </a:p>
        </p:txBody>
      </p:sp>
      <p:sp>
        <p:nvSpPr>
          <p:cNvPr id="42" name="Text Placeholder 22">
            <a:extLst>
              <a:ext uri="{FF2B5EF4-FFF2-40B4-BE49-F238E27FC236}">
                <a16:creationId xmlns:a16="http://schemas.microsoft.com/office/drawing/2014/main" id="{613267D8-3D4C-FBA8-1E3E-9E7363376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97542" y="5885869"/>
            <a:ext cx="2646306" cy="172219"/>
          </a:xfrm>
          <a:prstGeom prst="rect">
            <a:avLst/>
          </a:prstGeom>
        </p:spPr>
        <p:txBody>
          <a:bodyPr/>
          <a:lstStyle>
            <a:lvl1pPr>
              <a:defRPr sz="1004" b="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MX" dirty="0"/>
              <a:t>Title</a:t>
            </a:r>
          </a:p>
        </p:txBody>
      </p:sp>
      <p:sp>
        <p:nvSpPr>
          <p:cNvPr id="43" name="Holder 3">
            <a:extLst>
              <a:ext uri="{FF2B5EF4-FFF2-40B4-BE49-F238E27FC236}">
                <a16:creationId xmlns:a16="http://schemas.microsoft.com/office/drawing/2014/main" id="{41819D06-1306-C918-AF7D-D3E7C2F0AE5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452863" y="4422060"/>
            <a:ext cx="5799855" cy="62765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200" b="0" i="0" spc="20" baseline="0" dirty="0" smtClean="0">
                <a:solidFill>
                  <a:schemeClr val="tx1"/>
                </a:solidFill>
                <a:latin typeface="Roboto"/>
                <a:ea typeface="+mn-ea"/>
                <a:cs typeface="Roboto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Placeholder text that describes the reason why we are recognizing this person's efforts.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245F87C1-CC41-1F97-E896-FBEC9896DB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52863" y="5180814"/>
            <a:ext cx="2630488" cy="469900"/>
          </a:xfrm>
          <a:prstGeom prst="rect">
            <a:avLst/>
          </a:prstGeom>
        </p:spPr>
        <p:txBody>
          <a:bodyPr anchor="ctr"/>
          <a:lstStyle>
            <a:lvl1pPr algn="ctr">
              <a:defRPr sz="1400" b="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[add signature here]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81186EEA-4302-E560-E6BF-F7DDB45672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97542" y="5180814"/>
            <a:ext cx="2630488" cy="469900"/>
          </a:xfrm>
          <a:prstGeom prst="rect">
            <a:avLst/>
          </a:prstGeom>
        </p:spPr>
        <p:txBody>
          <a:bodyPr anchor="ctr"/>
          <a:lstStyle>
            <a:lvl1pPr algn="ctr">
              <a:defRPr sz="1400" b="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[add signature here]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3D0BE25-FD8E-EA7D-2266-C4467101B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24581" y="1623432"/>
            <a:ext cx="5517773" cy="66698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B70DEF1-35F2-29B9-7280-2B93C890512F}"/>
              </a:ext>
            </a:extLst>
          </p:cNvPr>
          <p:cNvSpPr txBox="1"/>
          <p:nvPr userDrawn="1"/>
        </p:nvSpPr>
        <p:spPr>
          <a:xfrm>
            <a:off x="2452863" y="2754555"/>
            <a:ext cx="4360842" cy="20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/>
            <a:r>
              <a:rPr lang="en-US" sz="1338" b="0" i="0" spc="100" dirty="0">
                <a:solidFill>
                  <a:schemeClr val="tx1"/>
                </a:solidFill>
                <a:latin typeface="Roboto"/>
                <a:ea typeface="+mn-ea"/>
              </a:rPr>
              <a:t>PROUDLY AWARDED TO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695930-FC52-AC06-261D-D005655A26B8}"/>
              </a:ext>
            </a:extLst>
          </p:cNvPr>
          <p:cNvSpPr txBox="1"/>
          <p:nvPr userDrawn="1"/>
        </p:nvSpPr>
        <p:spPr>
          <a:xfrm>
            <a:off x="2452863" y="3524902"/>
            <a:ext cx="4360842" cy="20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/>
            <a:r>
              <a:rPr lang="en-US" sz="1338" b="0" i="0" spc="100" dirty="0">
                <a:solidFill>
                  <a:schemeClr val="tx1"/>
                </a:solidFill>
                <a:latin typeface="Roboto"/>
                <a:ea typeface="+mn-ea"/>
              </a:rPr>
              <a:t>FOR THEIR COMMITMENT TO QUALITY.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4D0B1A2-0B88-E938-BFB1-77905E31668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76286" y="778829"/>
            <a:ext cx="4018243" cy="291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AC3A8-655D-2693-C3DD-FD90ECAE8CE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719607" y="695482"/>
            <a:ext cx="450646" cy="4506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00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abil.sharepoint.com/sites/JabilBrandPortal/Shared%20Documents/Forms/AllItems.aspx?FolderCTID=0x012000D4E0C1F9112B5C49A3BD99B9CAEE3A1E&amp;id=%2Fsites%2FJabilBrandPortal%2FShared%20Documents%2FBrand%20Assets%2FFont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39F7-84A8-E20A-37FF-35495E82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6E1B08-A0BB-0315-8681-ED1CFEFF948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02D9D4-C397-A024-8FF3-523F8ED2C0A0}"/>
              </a:ext>
            </a:extLst>
          </p:cNvPr>
          <p:cNvSpPr/>
          <p:nvPr/>
        </p:nvSpPr>
        <p:spPr>
          <a:xfrm>
            <a:off x="859514" y="2237049"/>
            <a:ext cx="7370086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2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AEB660FB-9014-C0EC-4B33-4E4040894037}"/>
              </a:ext>
            </a:extLst>
          </p:cNvPr>
          <p:cNvSpPr txBox="1">
            <a:spLocks/>
          </p:cNvSpPr>
          <p:nvPr/>
        </p:nvSpPr>
        <p:spPr>
          <a:xfrm>
            <a:off x="762000" y="826843"/>
            <a:ext cx="6934200" cy="1105406"/>
          </a:xfrm>
          <a:prstGeom prst="rect">
            <a:avLst/>
          </a:prstGeom>
        </p:spPr>
        <p:txBody>
          <a:bodyPr vert="horz" lIns="80682" tIns="40341" rIns="80682" bIns="40341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 cap="none" baseline="0">
                <a:solidFill>
                  <a:schemeClr val="tx2"/>
                </a:solidFill>
                <a:latin typeface="Grandview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2824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Please be sure to </a:t>
            </a:r>
            <a:r>
              <a:rPr lang="en-US" sz="2824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 the correct fonts.</a:t>
            </a:r>
            <a:endParaRPr lang="en-US" sz="1235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214C96B9-03C1-A9B2-62F9-95D2F753424D}"/>
              </a:ext>
            </a:extLst>
          </p:cNvPr>
          <p:cNvSpPr txBox="1">
            <a:spLocks/>
          </p:cNvSpPr>
          <p:nvPr/>
        </p:nvSpPr>
        <p:spPr>
          <a:xfrm>
            <a:off x="1098765" y="3994012"/>
            <a:ext cx="6946470" cy="934217"/>
          </a:xfrm>
          <a:prstGeom prst="rect">
            <a:avLst/>
          </a:prstGeom>
        </p:spPr>
        <p:txBody>
          <a:bodyPr vert="horz" lIns="80682" tIns="40341" rIns="80682" bIns="40341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 cap="none" baseline="0">
                <a:solidFill>
                  <a:schemeClr val="tx2"/>
                </a:solidFill>
                <a:latin typeface="Grandview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35" dirty="0">
                <a:solidFill>
                  <a:schemeClr val="accent6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Download Jabil’s approved fonts here:</a:t>
            </a:r>
          </a:p>
          <a:p>
            <a:r>
              <a:rPr lang="en-US" sz="927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https://jabil.sharepoint.com/sites/JabilBrandPortal/Shared%20Documents/Forms/AllItems.aspx?FolderCTID=0x012000D4E0C1F9112B5C49A3BD99B9CAEE3A1E&amp;id=%2Fsites%2FJabilBrandPortal%2FShared%20Documents%2FBrand%20Assets%2FFonts</a:t>
            </a:r>
            <a:endParaRPr lang="en-US" sz="927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6041C248-91A3-8E05-A51B-9B8E5BF6A1F6}"/>
              </a:ext>
            </a:extLst>
          </p:cNvPr>
          <p:cNvSpPr txBox="1">
            <a:spLocks/>
          </p:cNvSpPr>
          <p:nvPr/>
        </p:nvSpPr>
        <p:spPr>
          <a:xfrm>
            <a:off x="1098765" y="2667000"/>
            <a:ext cx="6946470" cy="2006569"/>
          </a:xfrm>
          <a:prstGeom prst="rect">
            <a:avLst/>
          </a:prstGeom>
        </p:spPr>
        <p:txBody>
          <a:bodyPr vert="horz" lIns="80682" tIns="40341" rIns="80682" bIns="40341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 cap="none" baseline="0">
                <a:solidFill>
                  <a:schemeClr val="tx2"/>
                </a:solidFill>
                <a:latin typeface="Grandview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Use </a:t>
            </a:r>
            <a:r>
              <a:rPr lang="en-US" sz="1235" dirty="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Roboto / Roboto Condensed</a:t>
            </a:r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for English and other languages that use the Roman Alphabet.</a:t>
            </a:r>
          </a:p>
          <a:p>
            <a:endParaRPr lang="en-US" sz="1235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Use </a:t>
            </a:r>
            <a:r>
              <a:rPr lang="en-US" sz="1235" dirty="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Noto Sans SC</a:t>
            </a:r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for Chinese.</a:t>
            </a:r>
          </a:p>
          <a:p>
            <a:endParaRPr lang="en-US" sz="1235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Use </a:t>
            </a:r>
            <a:r>
              <a:rPr lang="en-US" sz="1235" dirty="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Noto Sans JP </a:t>
            </a:r>
            <a:r>
              <a:rPr lang="en-US" sz="1235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for Japanese.</a:t>
            </a:r>
            <a:endParaRPr lang="en-US" sz="927" dirty="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68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3BD93-D051-6B80-16BE-0CF31346B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F1EC3-F238-E87D-AF3E-BD68D86CA6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D9A04B-6A7A-A2D5-8E29-37CE335E5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66CFEEF-D9F3-F2A5-EF2F-DA4F666E2B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1E000AA-8AF6-7709-C09C-34B007CB19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C1A3EFF-6B02-C14A-8094-6AB644F1208D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 sz="1200" spc="5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71CD4A5-333B-A331-F43A-ECDA4BADB8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C622A1E-27F2-BA5D-4125-E7A8426A8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F7D15E1-D444-EEFB-20C0-E07B24A2A5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3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bil">
      <a:dk1>
        <a:srgbClr val="494949"/>
      </a:dk1>
      <a:lt1>
        <a:srgbClr val="FFFFFF"/>
      </a:lt1>
      <a:dk2>
        <a:srgbClr val="003C6B"/>
      </a:dk2>
      <a:lt2>
        <a:srgbClr val="008651"/>
      </a:lt2>
      <a:accent1>
        <a:srgbClr val="43B7FF"/>
      </a:accent1>
      <a:accent2>
        <a:srgbClr val="DC582A"/>
      </a:accent2>
      <a:accent3>
        <a:srgbClr val="8BB503"/>
      </a:accent3>
      <a:accent4>
        <a:srgbClr val="702F8A"/>
      </a:accent4>
      <a:accent5>
        <a:srgbClr val="002B49"/>
      </a:accent5>
      <a:accent6>
        <a:srgbClr val="BD2832"/>
      </a:accent6>
      <a:hlink>
        <a:srgbClr val="0F80EE"/>
      </a:hlink>
      <a:folHlink>
        <a:srgbClr val="1080E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cc0366-91c7-47e5-b5b1-d273515b0ae2" xsi:nil="true"/>
    <lcf76f155ced4ddcb4097134ff3c332f xmlns="9292eb61-3628-44cc-8099-f8dbd4844dd5">
      <Terms xmlns="http://schemas.microsoft.com/office/infopath/2007/PartnerControls"/>
    </lcf76f155ced4ddcb4097134ff3c332f>
    <Person xmlns="9292eb61-3628-44cc-8099-f8dbd4844dd5">
      <UserInfo>
        <DisplayName/>
        <AccountId xsi:nil="true"/>
        <AccountType/>
      </UserInfo>
    </Person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A8DF68AC812448838B1AE5CC6768CF" ma:contentTypeVersion="17" ma:contentTypeDescription="Create a new document." ma:contentTypeScope="" ma:versionID="1e4c4c49610fe93000fe7afc99bfd9de">
  <xsd:schema xmlns:xsd="http://www.w3.org/2001/XMLSchema" xmlns:xs="http://www.w3.org/2001/XMLSchema" xmlns:p="http://schemas.microsoft.com/office/2006/metadata/properties" xmlns:ns2="9292eb61-3628-44cc-8099-f8dbd4844dd5" xmlns:ns3="88cc0366-91c7-47e5-b5b1-d273515b0ae2" targetNamespace="http://schemas.microsoft.com/office/2006/metadata/properties" ma:root="true" ma:fieldsID="1005de623562474c1492ba0a875b2a6d" ns2:_="" ns3:_="">
    <xsd:import namespace="9292eb61-3628-44cc-8099-f8dbd4844dd5"/>
    <xsd:import namespace="88cc0366-91c7-47e5-b5b1-d273515b0a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Pers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92eb61-3628-44cc-8099-f8dbd4844d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755be00-eece-4a55-a28c-0ca9f7787e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" ma:index="24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0366-91c7-47e5-b5b1-d273515b0ae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7980c43-0afe-4d77-a588-0d2e615311ee}" ma:internalName="TaxCatchAll" ma:showField="CatchAllData" ma:web="88cc0366-91c7-47e5-b5b1-d273515b0a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B8B601-6212-4032-8933-970A3A45BC5B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db80175-8d67-4fca-a6ea-a39a216520c4"/>
    <ds:schemaRef ds:uri="613a961e-a4fb-4ca2-89e2-fabc3b0cd162"/>
    <ds:schemaRef ds:uri="http://www.w3.org/XML/1998/namespace"/>
    <ds:schemaRef ds:uri="88cc0366-91c7-47e5-b5b1-d273515b0ae2"/>
    <ds:schemaRef ds:uri="9292eb61-3628-44cc-8099-f8dbd4844dd5"/>
  </ds:schemaRefs>
</ds:datastoreItem>
</file>

<file path=customXml/itemProps2.xml><?xml version="1.0" encoding="utf-8"?>
<ds:datastoreItem xmlns:ds="http://schemas.openxmlformats.org/officeDocument/2006/customXml" ds:itemID="{E3C20100-D843-4258-A8F7-1577D8A164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92eb61-3628-44cc-8099-f8dbd4844dd5"/>
    <ds:schemaRef ds:uri="88cc0366-91c7-47e5-b5b1-d273515b0a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E8BA4F-066E-4F9C-831D-B6BCB7B5E0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</TotalTime>
  <Words>86</Words>
  <Application>Microsoft Office PowerPoint</Application>
  <PresentationFormat>Letter Paper (8.5x11 in)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BBQ_Quality Hero Certificate_03</dc:title>
  <cp:lastModifiedBy>Jennafer Stahl</cp:lastModifiedBy>
  <cp:revision>22</cp:revision>
  <dcterms:created xsi:type="dcterms:W3CDTF">2024-10-22T19:30:07Z</dcterms:created>
  <dcterms:modified xsi:type="dcterms:W3CDTF">2026-09-14T00:07:18Z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2024-10-22T00:00:00Z</vt:filetime>
  </property>
  <property fmtid="{D5CDD505-2E9C-101B-9397-08002B2CF9AE}" pid="3" name="Creator">
    <vt:lpwstr>Adobe Illustrator 28.6 (Macintosh)</vt:lpwstr>
  </property>
  <property fmtid="{D5CDD505-2E9C-101B-9397-08002B2CF9AE}" pid="4" name="LastSaved">
    <vt:filetime>2024-10-22T00:00:00Z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0x01010062A8DF68AC812448838B1AE5CC6768CF</vt:lpwstr>
  </property>
  <property fmtid="{D5CDD505-2E9C-101B-9397-08002B2CF9AE}" pid="7" name="MediaServiceImageTags">
    <vt:lpwstr/>
  </property>
</Properties>
</file>