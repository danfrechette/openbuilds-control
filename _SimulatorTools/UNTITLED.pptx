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5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16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D630-55A6-82EE-0980-0CEEBFD3D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BE8D8-1300-7E73-8484-4DD927525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DB699-165A-571F-E7BE-75BC6276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88C6-A7BF-9889-7F64-F77BF9B1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C571D-0587-1377-DE1E-0A830A29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8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0F88-FEF4-E8CC-7810-9D25B0C5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31681-F7B8-801E-ED3B-35F2500D9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1236D-BFB2-AE58-9EDD-A4B5C0CE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C201A-ECCD-FB9F-C5E4-EBBB467E7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446A8-D8F6-2032-5B0D-ED06576B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9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A74E-95C6-27E8-FC42-62F074CB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6F4EE-8E57-766F-4009-B99659F86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3452E-65BC-8B18-137E-639E08DB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846AF-5F67-EF00-C968-53D4419B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FE135-CD07-95B6-2DB2-A096C4D9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66E0-683F-883A-23FE-5AAD2012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6F88-DBEF-4512-F31C-F731EAFCF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84D33-4105-251E-AE3B-0C117F6D5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443FA-0D50-D1C0-2464-9F4B2E40B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75506-7F45-5D0A-90D5-03745C21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5DBC5-D18D-ACE9-EC9A-CF892EB3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4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99F6-F626-2825-4F52-A6EC5BA3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3B6BA-A928-74A6-2CE5-51B107DAB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1A0C8-2A8A-AA46-83D8-75DEB5E6D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F5EB4-3A7D-3470-1FEB-849607512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7B22C-2A0C-9416-B87D-D6D16EE28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F9DE9-896C-6731-E3BA-67C367E2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010C1-CB4B-60F7-233F-398803DF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45A6-61CD-43EF-E5ED-E4FE1871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4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BCB9-FDA6-7EE4-B3F8-066D118D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E619C-46A3-18B7-03AC-B6B81751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6A022-2E4B-85A1-5544-C237B0D31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A5DEE-E355-D41B-AEA1-4283A297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2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11787-8CDC-6F75-DE57-D8C46B00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1CB53-12E8-4F7A-B4D1-99D122203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CAB13-1D2D-F016-E28D-6BBBCD91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9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CD63-31D5-B179-88EF-6B2420F6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6178A-387A-C83B-5145-8C455FC27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64BD5-4A6B-86E9-7873-138AEB76F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5ECF7-22B1-5DC3-815E-E9BC2C52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A838F-B48E-46C6-1766-9E2BF486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D9602-2C92-3AD9-B369-F0571EAC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67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9F0F-73DD-29B3-A799-A606DBC8D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97C56-1F5A-0427-E72D-D2F1B31FD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FE122-DACF-4B56-DA93-99307A459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57D91-49E1-3A38-3797-03C19AD58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0FD1C-0992-FAA7-7B1D-A403FABD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477CE-045A-715C-5DAA-3B7C792B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8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A33F-E19C-93D0-A57F-1CF15D19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B0F56-2A61-ACAF-50C2-3BE5289A2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22EB4-4CBA-7EBE-26CF-76AC817B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931D1-AF4A-9454-92DE-90E72B96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1B53-E1A4-E2DF-400F-DEE60A16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95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ED8B8-9BA9-DC45-B7FD-739623643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1BA96-729F-D315-48BC-80736F398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C34B2-6AD8-4CBF-ABAF-CC0A1353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55131-5B29-1368-908D-0C0D5D6CE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F552-408E-83DF-F0AC-C68BDB65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6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5F59B7-9DE7-88BB-4792-792E2AB6A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40F39-7F97-01A9-1832-FA952B295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66C1-E906-9214-9D76-C87F0A324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3D9BC-CB0E-4F4C-A0CE-7468D454247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E9180-EF26-E72D-0309-10E08C9D9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D1BA-B0AE-82AE-71CE-A5991AF07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69779-3853-4BF6-84EE-57F0AFD80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3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4B001-281B-47CC-8780-AF3A49DE1147}"/>
              </a:ext>
            </a:extLst>
          </p:cNvPr>
          <p:cNvSpPr/>
          <p:nvPr/>
        </p:nvSpPr>
        <p:spPr>
          <a:xfrm>
            <a:off x="141674" y="1026779"/>
            <a:ext cx="5486400" cy="3657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20761E-2CF5-B2E1-8177-A62B76CF608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818048" y="1795893"/>
            <a:ext cx="4114800" cy="3445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457CD6-9901-0F02-F39E-11979CAD4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8"/>
          <a:stretch/>
        </p:blipFill>
        <p:spPr>
          <a:xfrm>
            <a:off x="818047" y="2422888"/>
            <a:ext cx="1280160" cy="149786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C72EA9-8F77-80DD-7AB7-0A448FD1C293}"/>
              </a:ext>
            </a:extLst>
          </p:cNvPr>
          <p:cNvSpPr/>
          <p:nvPr/>
        </p:nvSpPr>
        <p:spPr>
          <a:xfrm>
            <a:off x="2098207" y="2531740"/>
            <a:ext cx="2834641" cy="1280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20"/>
              </a:spcAft>
            </a:pPr>
            <a:r>
              <a:rPr lang="en-US" sz="2000" dirty="0">
                <a:solidFill>
                  <a:schemeClr val="tx1"/>
                </a:solidFill>
                <a:latin typeface="Franklin Gothic Demi" panose="020B0703020102020204" pitchFamily="34" charset="0"/>
                <a:cs typeface="Segoe UI" panose="020B0502040204020203" pitchFamily="34" charset="0"/>
              </a:rPr>
              <a:t>&lt;FIRST NAME&gt;</a:t>
            </a:r>
          </a:p>
          <a:p>
            <a:pPr algn="ctr">
              <a:spcAft>
                <a:spcPts val="720"/>
              </a:spcAft>
            </a:pPr>
            <a:r>
              <a:rPr lang="en-US" sz="2000" dirty="0">
                <a:solidFill>
                  <a:schemeClr val="tx1"/>
                </a:solidFill>
                <a:latin typeface="Franklin Gothic Demi" panose="020B0703020102020204" pitchFamily="34" charset="0"/>
                <a:cs typeface="Segoe UI" panose="020B0502040204020203" pitchFamily="34" charset="0"/>
              </a:rPr>
              <a:t>&lt;LAST NAME&gt;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EBA88-B813-1CA0-26A9-AA0EB96B476C}"/>
              </a:ext>
            </a:extLst>
          </p:cNvPr>
          <p:cNvSpPr txBox="1"/>
          <p:nvPr/>
        </p:nvSpPr>
        <p:spPr>
          <a:xfrm>
            <a:off x="5760293" y="1026779"/>
            <a:ext cx="280268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cap="all" dirty="0"/>
              <a:t>AWARD WINNERS</a:t>
            </a:r>
          </a:p>
          <a:p>
            <a:endParaRPr lang="en-US" sz="1400" dirty="0"/>
          </a:p>
          <a:p>
            <a:r>
              <a:rPr lang="en-US" sz="1400" dirty="0"/>
              <a:t>September	Lisa Burt</a:t>
            </a:r>
          </a:p>
          <a:p>
            <a:r>
              <a:rPr lang="en-US" sz="1400" dirty="0"/>
              <a:t>October	Derell Tucker</a:t>
            </a:r>
          </a:p>
          <a:p>
            <a:r>
              <a:rPr lang="en-US" sz="1400" dirty="0"/>
              <a:t>November	Toya Porter</a:t>
            </a:r>
          </a:p>
          <a:p>
            <a:r>
              <a:rPr lang="en-US" sz="1400" dirty="0"/>
              <a:t>December	Grey Glover</a:t>
            </a:r>
          </a:p>
          <a:p>
            <a:r>
              <a:rPr lang="en-US" sz="1400" dirty="0"/>
              <a:t>January	Fred Gross</a:t>
            </a:r>
          </a:p>
          <a:p>
            <a:r>
              <a:rPr lang="en-US" sz="1400" dirty="0"/>
              <a:t>February	Pam Riddle</a:t>
            </a:r>
          </a:p>
          <a:p>
            <a:r>
              <a:rPr lang="en-US" sz="1400" dirty="0"/>
              <a:t>March	Elsy Miller</a:t>
            </a:r>
          </a:p>
          <a:p>
            <a:r>
              <a:rPr lang="en-US" sz="1400" dirty="0"/>
              <a:t>April	Lorraine Ousnamer</a:t>
            </a:r>
          </a:p>
          <a:p>
            <a:r>
              <a:rPr lang="en-US" sz="1400" dirty="0"/>
              <a:t>May	</a:t>
            </a:r>
            <a:r>
              <a:rPr lang="en-US" sz="1400" dirty="0" err="1"/>
              <a:t>Kejuanna</a:t>
            </a:r>
            <a:r>
              <a:rPr lang="en-US" sz="1400" dirty="0"/>
              <a:t> Alston</a:t>
            </a:r>
          </a:p>
          <a:p>
            <a:r>
              <a:rPr lang="en-US" sz="1400" dirty="0"/>
              <a:t>June	Marjorie Dempsey</a:t>
            </a:r>
          </a:p>
          <a:p>
            <a:r>
              <a:rPr lang="en-US" sz="1400" dirty="0"/>
              <a:t>July	Arnetha Jarrett</a:t>
            </a:r>
          </a:p>
          <a:p>
            <a:r>
              <a:rPr lang="en-US" sz="1400" dirty="0"/>
              <a:t>August	Mackenzie Klein</a:t>
            </a:r>
          </a:p>
          <a:p>
            <a:r>
              <a:rPr lang="en-US" sz="1400" dirty="0"/>
              <a:t>FY2025	David Navarro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50A36-FB03-B9AC-97FE-F1AECFFE6B36}"/>
              </a:ext>
            </a:extLst>
          </p:cNvPr>
          <p:cNvSpPr txBox="1"/>
          <p:nvPr/>
        </p:nvSpPr>
        <p:spPr>
          <a:xfrm>
            <a:off x="8695194" y="1026779"/>
            <a:ext cx="328857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cap="all" dirty="0"/>
              <a:t>Final Engraving Specification</a:t>
            </a:r>
          </a:p>
          <a:p>
            <a:endParaRPr lang="en-US" sz="1400" b="1" dirty="0"/>
          </a:p>
          <a:p>
            <a:r>
              <a:rPr lang="en-US" sz="1400" b="1" dirty="0"/>
              <a:t>Award: </a:t>
            </a:r>
            <a:r>
              <a:rPr lang="en-US" sz="1400" dirty="0"/>
              <a:t>Behavior Based Quality – Quality Hero Recognition Box </a:t>
            </a:r>
          </a:p>
          <a:p>
            <a:r>
              <a:rPr lang="en-US" sz="1400" b="1" dirty="0"/>
              <a:t>Box: </a:t>
            </a:r>
            <a:r>
              <a:rPr lang="en-US" sz="1400" dirty="0"/>
              <a:t>6" × 4" × 2" Wooden Keepsake Box </a:t>
            </a:r>
          </a:p>
          <a:p>
            <a:r>
              <a:rPr lang="en-US" sz="1400" b="1" dirty="0"/>
              <a:t>Usable Lid Area: </a:t>
            </a:r>
            <a:r>
              <a:rPr lang="en-US" sz="1400" dirty="0"/>
              <a:t>~5.8" W × 3.8" H</a:t>
            </a:r>
          </a:p>
          <a:p>
            <a:endParaRPr lang="en-US" sz="1400" b="1" u="sng" dirty="0"/>
          </a:p>
          <a:p>
            <a:r>
              <a:rPr lang="en-US" sz="1400" b="1" u="sng" dirty="0"/>
              <a:t>Finish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Wood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Sand to 220 grit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Remove dust with tack cloth</a:t>
            </a:r>
          </a:p>
          <a:p>
            <a:endParaRPr lang="en-US" sz="1400" b="1" u="sng" dirty="0"/>
          </a:p>
          <a:p>
            <a:r>
              <a:rPr lang="en-US" sz="1400" b="1" u="sng" dirty="0"/>
              <a:t>Stain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Minwax</a:t>
            </a:r>
            <a:r>
              <a:rPr lang="en-US" sz="1400" dirty="0"/>
              <a:t> Special Walnut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One light coat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Wipe consistently with grain</a:t>
            </a:r>
          </a:p>
          <a:p>
            <a:endParaRPr lang="en-US" sz="1400" b="1" u="sng" dirty="0"/>
          </a:p>
          <a:p>
            <a:r>
              <a:rPr lang="en-US" sz="1400" b="1" u="sng" dirty="0"/>
              <a:t>Topcoat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 coats Satin Polycrylic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Light 320 grit scuff sand between coats</a:t>
            </a:r>
          </a:p>
        </p:txBody>
      </p:sp>
    </p:spTree>
    <p:extLst>
      <p:ext uri="{BB962C8B-B14F-4D97-AF65-F5344CB8AC3E}">
        <p14:creationId xmlns:p14="http://schemas.microsoft.com/office/powerpoint/2010/main" val="2626657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135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Franklin Gothic Demi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 Plamondon</dc:creator>
  <cp:lastModifiedBy>Mitchel Plamondon</cp:lastModifiedBy>
  <cp:revision>1</cp:revision>
  <dcterms:created xsi:type="dcterms:W3CDTF">2026-09-11T11:34:24Z</dcterms:created>
  <dcterms:modified xsi:type="dcterms:W3CDTF">2026-09-11T11:44:59Z</dcterms:modified>
</cp:coreProperties>
</file>